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#1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#1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C0000"/>
                </a:solidFill>
                <a:latin typeface="Aptos"/>
              </a:rPr>
              <a:t>18 August 2026</a:t>
            </a: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Names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Roll Numbers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sz="2100" b="1">
                <a:solidFill>
                  <a:srgbClr val="FFFFFF"/>
                </a:solidFill>
                <a:latin typeface="Aptos"/>
              </a:rPr>
              <a:t>CaterConnect: An Agentic AI-Powered Catering Booking
and Surplus Food Redistribution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2500" b="1">
                <a:solidFill>
                  <a:srgbClr val="000000"/>
                </a:solidFill>
                <a:latin typeface="Aptos"/>
              </a:rPr>
              <a:t>SOA Project Review-1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8702" y="5739130"/>
            <a:ext cx="3657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000000"/>
                </a:solidFill>
                <a:latin typeface="Aptos"/>
              </a:rPr>
              <a:t>Y. Paavana Pranavasri — 2420030554
A. Divya Sree — 2420030416
B. Yaswanth — 2420030392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166360"/>
            <a:ext cx="4206240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 dirty="0">
                <a:solidFill>
                  <a:srgbClr val="000000"/>
                </a:solidFill>
                <a:latin typeface="Aptos"/>
              </a:rPr>
              <a:t>Under the Guidance of
Guide name: </a:t>
            </a:r>
            <a:r>
              <a:rPr lang="en-US" sz="1400" dirty="0">
                <a:solidFill>
                  <a:srgbClr val="000000"/>
                </a:solidFill>
                <a:latin typeface="Aptos"/>
              </a:rPr>
              <a:t>K. </a:t>
            </a:r>
            <a:r>
              <a:rPr lang="en-US" sz="1400" dirty="0" err="1">
                <a:solidFill>
                  <a:srgbClr val="000000"/>
                </a:solidFill>
                <a:latin typeface="Aptos"/>
              </a:rPr>
              <a:t>Venkateswari</a:t>
            </a:r>
            <a:endParaRPr sz="1400" b="0" dirty="0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Outline of Project Work</a:t>
            </a:r>
          </a:p>
        </p:txBody>
      </p:sp>
      <p:graphicFrame>
        <p:nvGraphicFramePr>
          <p:cNvPr id="26" name="Diagram 25"/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3070" y="1011555"/>
            <a:ext cx="9383395" cy="51638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91897" y="482232"/>
            <a:ext cx="6096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530350"/>
            <a:ext cx="10149840" cy="45535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ptos"/>
              </a:defRPr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Existing catering platforms mainly support caterer search, menu selection, package checking, booking, and payment.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ptos"/>
              </a:defRPr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Customers often need to manually compare caterers based on event type, guest count, budget, cuisine, date, and availability.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ptos"/>
              </a:defRPr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After large events such as weddings, parties, and corporate functions, suitable edible food may remain unused.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ptos"/>
              </a:defRPr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At the same time, NGOs and food-serving organizations may require food.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ptos"/>
              </a:defRPr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Existing booking-focused systems generally do not provide an integrated mechanism for surplus-food redistribution.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ptos"/>
              </a:defRPr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CaterConnect addresses these gaps by combining Agentic AI-powered catering booking with independent SOA services for catering management, surplus-food handling, NGO matching, and donation notification.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469169"/>
            <a:ext cx="6096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325880"/>
            <a:ext cx="10058400" cy="778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ptos"/>
              </a:defRPr>
            </a:pPr>
            <a:endParaRPr/>
          </a:p>
        </p:txBody>
      </p:sp>
      <p:sp>
        <p:nvSpPr>
          <p:cNvPr id="2" name="Text Box 1"/>
          <p:cNvSpPr txBox="1"/>
          <p:nvPr/>
        </p:nvSpPr>
        <p:spPr>
          <a:xfrm>
            <a:off x="388620" y="1249045"/>
            <a:ext cx="10750550" cy="490982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conversational Agentic AI-powered catering booking system that understands natural-language requirements and recommends suitable catering options.</a:t>
            </a:r>
          </a:p>
          <a:p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• To analyze event type, guest count, budget, cuisine preferences, date, ratings, and availability to provide personalized caterer, menu, and package recommendations.</a:t>
            </a:r>
          </a:p>
          <a:p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• To implement independent SOA services for caterer management, menu management, availability, booking, payment, and notification management.</a:t>
            </a:r>
          </a:p>
          <a:p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• To provide customers with menu browsing, package comparison, ratings and reviews, price estimation, menu customization, and booking management through a unified platform.</a:t>
            </a:r>
          </a:p>
          <a:p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• To integrate surplus-food management as an additional sustainability feature, enabling suitable surplus food to be matched with registered organizations and supporting timely donation notifications.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>
            <p:custDataLst>
              <p:tags r:id="rId1"/>
            </p:custDataLst>
          </p:nvPr>
        </p:nvGraphicFramePr>
        <p:xfrm>
          <a:off x="274955" y="709930"/>
          <a:ext cx="11733530" cy="50012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2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7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3366"/>
                          </a:solidFill>
                          <a:latin typeface="Aptos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3366"/>
                          </a:solidFill>
                          <a:latin typeface="Aptos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3366"/>
                          </a:solidFill>
                          <a:latin typeface="Aptos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3366"/>
                          </a:solidFill>
                          <a:latin typeface="Aptos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3366"/>
                          </a:solidFill>
                          <a:latin typeface="Aptos"/>
                        </a:rPr>
                        <a:t>Limitation / 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22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Iovine, Narducci &amp; Semeraro (2020)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Conversational Recommender Systems and Natural Language: A Study through the ConveRSE Framework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ConveRSE framework studies conversational recommendation using natural language, buttons, or a combination of interaction modes to evaluate how users interact with recommendation systems.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Conversational systems can collect user preferences interactively and provide personalized recommendations. Natural-language interaction can improve usability and make the recommendation process easier for users.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Natural-language-only interaction may face limitations such as cold-start and dialogue disambiguation. Domain-specific integration and service integration are required.ok give</a:t>
                      </a:r>
                    </a:p>
                  </a:txBody>
                  <a:tcPr marL="63500" marR="635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08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Letchumanan &amp; Mat Nawi [2] (2024)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Development of VGL Catering Booking System: VGL Cate using Object-Oriented Approach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web-based catering booking system developed using an object-oriented approach and Waterfall model. The system provides customer login, food ordering, date reservation, online deposit/payment, booking management, and data management.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demonstrates that an online catering booking system can simplify date reservation, food ordering, payment, and booking management for both customers and catering providers.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mainly focuses on booking management for a single catering provider. It does not provide Agentic AI-based personalized recommendations, multi-caterer comparison, intelligent decision-making, or surplus-food redistribution.</a:t>
                      </a:r>
                    </a:p>
                  </a:txBody>
                  <a:tcPr marL="63500" marR="635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2245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Dalal [3] (2022)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Food Donation Management under Supply and Demand Uncertainties: A Robust Optimization Approach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a robust optimization model to determine donor selection, beneficiary allocation, and food-donation flows while handling uncertainty in supply and demand.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that intelligent computational methods can improve food-donation allocation and resource utilization under uncertain conditions.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food-donation allocation rather than an integrated catering application. It does not combine AI-assisted booking, caterer recommendation, automated notifications, or SOA services.</a:t>
                      </a:r>
                    </a:p>
                  </a:txBody>
                  <a:tcPr marL="63500" marR="635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159500"/>
            <a:ext cx="11176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05050"/>
                </a:solidFill>
                <a:latin typeface="Aptos"/>
              </a:rPr>
              <a:t>[1] Iovine et al. (2020)  |  [2] Dalal (2022)  |  [3] Bhardwaj et al. (2025)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08910" y="622303"/>
            <a:ext cx="6096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417320"/>
            <a:ext cx="10058400" cy="4502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Gap 1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Manual comparison of catering options makes the selection process time-consuming and less personalized.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Gap 2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Conventional catering booking platforms mainly focus on booking and transactions, with limited intelligent decision support for selecting the most suitable caterer.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Gap 3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Existing catering booking systems generally do not integrate post-event surplus-food management with the booking lifecycle.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Gap 4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Intelligent surplus-food matching needs to consider multiple factors such as food type, quantity, location, collection deadline, NGO requirements, capacity, and pickup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43000"/>
            <a:ext cx="3429000" cy="1234440"/>
          </a:xfrm>
          <a:prstGeom prst="roundRect">
            <a:avLst/>
          </a:prstGeom>
          <a:solidFill>
            <a:srgbClr val="DCEBF5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003366"/>
                </a:solidFill>
                <a:latin typeface="Aptos"/>
              </a:rPr>
              <a:t>1. Conversational Booking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Aptos"/>
              </a:rPr>
              <a:t>Agentic AI understands natural-language catering requirements and recommends suitable options through SOA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43000"/>
            <a:ext cx="3429000" cy="1234440"/>
          </a:xfrm>
          <a:prstGeom prst="roundRect">
            <a:avLst/>
          </a:prstGeom>
          <a:solidFill>
            <a:srgbClr val="DCEBF5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003366"/>
                </a:solidFill>
                <a:latin typeface="Aptos"/>
              </a:rPr>
              <a:t>2. Intelligent Surplus Matching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Aptos"/>
              </a:rPr>
              <a:t>AI matches surplus food with suitable NGOs using multiple constraints instead of only showing nearby organizations.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143000"/>
            <a:ext cx="3429000" cy="1234440"/>
          </a:xfrm>
          <a:prstGeom prst="roundRect">
            <a:avLst/>
          </a:prstGeom>
          <a:solidFill>
            <a:srgbClr val="DCEBF5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003366"/>
                </a:solidFill>
                <a:latin typeface="Aptos"/>
              </a:rPr>
              <a:t>3. Automated Food-Rescue Workflow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Aptos"/>
              </a:rPr>
              <a:t>Donation notification and pickup coordination connect matching, acceptance, collection, and donation completion.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2692096"/>
            <a:ext cx="7638288" cy="39505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2344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Aptos"/>
              </a:rPr>
              <a:t>Proposed project phases based on the workflows and services described in the abstract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57400"/>
            <a:ext cx="15910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70C0"/>
                </a:solidFill>
                <a:latin typeface="Aptos"/>
              </a:rPr>
              <a:t>Phase 1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Aptos"/>
              </a:rPr>
              <a:t>Requirements
&amp; Literature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67127" y="2459736"/>
            <a:ext cx="128016" cy="310896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04288" y="2057400"/>
            <a:ext cx="15910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70C0"/>
                </a:solidFill>
                <a:latin typeface="Aptos"/>
              </a:rPr>
              <a:t>Phase 2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Aptos"/>
              </a:rPr>
              <a:t>Architecture
&amp; API Design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04487" y="2459736"/>
            <a:ext cx="128016" cy="310896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041648" y="2057400"/>
            <a:ext cx="15910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70C0"/>
                </a:solidFill>
                <a:latin typeface="Aptos"/>
              </a:rPr>
              <a:t>Phase 3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Aptos"/>
              </a:rPr>
              <a:t>Core SOA
Services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41848" y="2459736"/>
            <a:ext cx="128016" cy="310896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79007" y="2057400"/>
            <a:ext cx="15910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70C0"/>
                </a:solidFill>
                <a:latin typeface="Aptos"/>
              </a:rPr>
              <a:t>Phase 4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Aptos"/>
              </a:rPr>
              <a:t>Agentic AI
Integration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379207" y="2459736"/>
            <a:ext cx="128016" cy="310896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516367" y="2057400"/>
            <a:ext cx="15910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70C0"/>
                </a:solidFill>
                <a:latin typeface="Aptos"/>
              </a:rPr>
              <a:t>Phase 5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Aptos"/>
              </a:rPr>
              <a:t>Surplus Food
Matching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16567" y="2459736"/>
            <a:ext cx="128016" cy="310896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253728" y="2057400"/>
            <a:ext cx="15910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70C0"/>
                </a:solidFill>
                <a:latin typeface="Aptos"/>
              </a:rPr>
              <a:t>Phase 6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Aptos"/>
              </a:rPr>
              <a:t>Testing &amp;
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10058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Technical feasibility: Agentic AI communicates with independent SOA services through APIs.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Operational feasibility: the workflow covers booking, donation matching, notification, NGO acceptance, and pickup.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Evaluation focus: booking summary, surplus food rescued, NGO impact, sustainability metrics, and reports/insights.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23*393"/>
  <p:tag name="TABLE_ENDDRAG_RECT" val="21*54*923*39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937</Words>
  <Application>Microsoft Office PowerPoint</Application>
  <PresentationFormat>Widescreen</PresentationFormat>
  <Paragraphs>89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Paavana Pranavasri Yalla</cp:lastModifiedBy>
  <cp:revision>36</cp:revision>
  <dcterms:created xsi:type="dcterms:W3CDTF">2026-08-08T06:33:00Z</dcterms:created>
  <dcterms:modified xsi:type="dcterms:W3CDTF">2026-09-29T08:07:05Z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21761D7878D34EA39C15F3A692FC75FF_13</vt:lpwstr>
  </property>
  <property fmtid="{D5CDD505-2E9C-101B-9397-08002B2CF9AE}" pid="3" name="KSOProductBuildVer">
    <vt:lpwstr>1033-12.1.0.28032</vt:lpwstr>
  </property>
</Properties>
</file>