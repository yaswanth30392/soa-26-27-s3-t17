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0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  <p:sldId id="904" r:id="rId11"/>
    <p:sldId id="905" r:id="rId12"/>
    <p:sldId id="906" r:id="rId13"/>
    <p:sldId id="907" r:id="rId14"/>
    <p:sldId id="908" r:id="rId15"/>
    <p:sldId id="909" r:id="rId16"/>
    <p:sldId id="910" r:id="rId17"/>
    <p:sldId id="911" r:id="rId18"/>
    <p:sldId id="91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#1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#1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2995612" y="2868213"/>
            <a:ext cx="6200774" cy="369332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D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 August 2026</a:t>
            </a:r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193271" y="4898509"/>
          <a:ext cx="3702050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Names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Roll Numbers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1" name="Group 20"/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/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/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Footer Placeholder 3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  <p:sp>
        <p:nvSpPr>
          <p:cNvPr id="36" name="Slide Number Placeholder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/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8187" y="703135"/>
            <a:ext cx="10715625" cy="738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>
              <a:defRPr/>
            </a:pPr>
            <a:r>
              <a:rPr sz="21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CaterConnect</a:t>
            </a:r>
            <a:r>
              <a:rPr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An Agentic AI-Powered Catering Booking
and Surplus Food Redistribution System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8187" y="2246806"/>
            <a:ext cx="10715625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>
              <a:defRPr/>
            </a:pPr>
            <a:r>
              <a:rPr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8702" y="5739130"/>
            <a:ext cx="3657600" cy="6924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Y. Paavana Pranavasri — 2420030554
A. Divya Sree — 2420030416
B. Yaswanth — 2420030392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5166360"/>
            <a:ext cx="4206240" cy="777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
Guide name: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Venkateswari</a:t>
            </a:r>
            <a:endParaRPr sz="1400" b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Outline of Project Work</a:t>
            </a:r>
          </a:p>
        </p:txBody>
      </p:sp>
      <p:graphicFrame>
        <p:nvGraphicFramePr>
          <p:cNvPr id="26" name="Diagram 25"/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3070" y="1011555"/>
            <a:ext cx="9383395" cy="51638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0" y="452735"/>
            <a:ext cx="60960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209368"/>
            <a:ext cx="10323379" cy="519589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catering platforms mainly provide basic caterer search, menu selection, package checking, booking, and payment.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often have to manually compare multiple caterers based on event type, number of guests, budget, cuisine preferences, date, location, and availability.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booking process is therefore time-consuming and requires multiple decisions from the customer.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platforms do not provide an intelligent system that understands customer requirements and automatically recommends suitable catering options.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Caterers also need better support for managing bookings, event requirements, package details, and real-time changes through an integrated system.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CaterConnect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addresses these limitations through an Agentic AI-powered catering booking system that understands customer requirements, searches available catering options, compares packages, and assists in making suitable booking decisions.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supported by independent SOA services for catering management, booking, payment, and event-related operations, while surplus-food management and NGO matching are provided as an additional sustainability feature.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Aptos"/>
              </a:defRPr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0" y="469169"/>
            <a:ext cx="60960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325880"/>
            <a:ext cx="10058400" cy="778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ptos"/>
              </a:defRPr>
            </a:pPr>
            <a:endParaRPr/>
          </a:p>
        </p:txBody>
      </p:sp>
      <p:sp>
        <p:nvSpPr>
          <p:cNvPr id="2" name="Text Box 1"/>
          <p:cNvSpPr txBox="1"/>
          <p:nvPr/>
        </p:nvSpPr>
        <p:spPr>
          <a:xfrm>
            <a:off x="388620" y="1817659"/>
            <a:ext cx="10750550" cy="4341206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develop a conversational Agentic AI-powered catering booking system that understands natural-language requirements and recommends suitable catering options.</a:t>
            </a: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analyze event type, guest count, budget, cuisine preferences, date, ratings, and availability to provide personalized caterer, menu, and package recommendations.</a:t>
            </a: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implement independent SOA services for caterer management, menu management, availability, booking, payment, and notification management.</a:t>
            </a: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integrate surplus-food management as an additional sustainability feature, enabling suitable surplus food to be matched with registered organizations and supporting timely donation notifications.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0792450"/>
              </p:ext>
            </p:extLst>
          </p:nvPr>
        </p:nvGraphicFramePr>
        <p:xfrm>
          <a:off x="274955" y="709930"/>
          <a:ext cx="11733530" cy="50012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2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61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79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592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33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33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33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33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33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 / 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227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US" altLang="en-US" sz="12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Iovine, Narducci &amp; Semeraro (2020)</a:t>
                      </a: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US" alt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Conversational Recommender Systems and Natural Language: A Study through the </a:t>
                      </a:r>
                      <a:r>
                        <a:rPr lang="en-US" altLang="en-US" sz="12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ConveRSE</a:t>
                      </a:r>
                      <a:r>
                        <a:rPr lang="en-US" alt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Framework</a:t>
                      </a: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US" altLang="en-US"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ConveRSE framework studies conversational recommendation using natural language, buttons, or a combination of interaction modes to evaluate how users interact with recommendation systems.</a:t>
                      </a: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US" altLang="en-US"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Conversational systems can collect user preferences interactively and provide personalized recommendations. Natural-language interaction can improve usability and make the recommendation process easier for users.</a:t>
                      </a: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US" altLang="en-US"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Natural-language-only interaction may face limitations such as cold-start and dialogue disambiguation. Domain-specific integration and service integration are required.ok give</a:t>
                      </a:r>
                    </a:p>
                  </a:txBody>
                  <a:tcPr marL="63500" marR="63500" marT="50800" marB="508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082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US" altLang="en-US" sz="12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Letchumanan &amp; Mat Nawi [2] (2024)</a:t>
                      </a: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US" altLang="en-US"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Development of VGL Catering Booking System: VGL Cate using Object-Oriented Approach</a:t>
                      </a: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US" altLang="en-US"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web-based catering booking system developed using an object-oriented approach and Waterfall model. The system provides customer login, food ordering, date reservation, online deposit/payment, booking management, and data management.</a:t>
                      </a: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US" altLang="en-US"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study demonstrates that an online catering booking system can simplify date reservation, food ordering, payment, and booking management for both customers and catering providers.</a:t>
                      </a: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US" altLang="en-US"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system mainly focuses on booking management for a single catering provider. It does not provide Agentic AI-based personalized recommendations, multi-caterer comparison, intelligent decision-making, or surplus-food redistribution.</a:t>
                      </a:r>
                    </a:p>
                  </a:txBody>
                  <a:tcPr marL="63500" marR="63500" marT="50800" marB="508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52245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US" altLang="en-US" sz="12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Dalal [3] (2022)</a:t>
                      </a: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US" altLang="en-US"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Food Donation Management under Supply and Demand Uncertainties: A Robust Optimization Approach</a:t>
                      </a: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US" altLang="en-US"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a robust optimization model to determine donor selection, beneficiary allocation, and food-donation flows while handling uncertainty in supply and demand.</a:t>
                      </a: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US" altLang="en-US" sz="12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Demonstrates that intelligent computational methods can improve food-donation allocation and resource utilization under uncertain conditions.</a:t>
                      </a:r>
                    </a:p>
                  </a:txBody>
                  <a:tcPr marL="63500" marR="6350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US" alt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food-donation allocation rather than an integrated catering application. It does not combine AI-assisted booking, caterer recommendation, automated notifications, or SOA services.</a:t>
                      </a:r>
                    </a:p>
                  </a:txBody>
                  <a:tcPr marL="63500" marR="63500" marT="50800" marB="508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6159500"/>
            <a:ext cx="11176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505050"/>
                </a:solidFill>
                <a:latin typeface="Aptos"/>
              </a:rPr>
              <a:t>[1] Iovine et al. (2020)  |  [2] Dalal (2022)  |  [3] Bhardwaj et al. (2025)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708910" y="622303"/>
            <a:ext cx="60960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Gap Identification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417320"/>
            <a:ext cx="10058400" cy="4502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ptos"/>
              </a:defRPr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ptos"/>
              </a:defRPr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1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Manual comparison of catering options makes the selection process time-consuming and less personalized.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ptos"/>
              </a:defRPr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ptos"/>
              </a:defRPr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2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Conventional catering booking platforms mainly focus on booking and transactions, with limited intelligent decision support for selecting the most suitable caterer.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ptos"/>
              </a:defRPr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ptos"/>
              </a:defRPr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3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Existing catering booking systems generally do not integrate post-event surplus-food management with the booking lifecycle.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ptos"/>
              </a:defRPr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Aptos"/>
              </a:defRPr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4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Intelligent surplus-food matching needs to consider multiple factors such as food type, quantity, location, collection deadline, NGO requirements, capacity, and pickup constraints.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Innovation, Creativity, and Novelty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143000"/>
            <a:ext cx="3429000" cy="1234440"/>
          </a:xfrm>
          <a:prstGeom prst="roundRect">
            <a:avLst/>
          </a:prstGeom>
          <a:solidFill>
            <a:srgbClr val="DCEBF5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Conversational Booking</a:t>
            </a:r>
          </a:p>
          <a:p>
            <a:pPr algn="ctr"/>
            <a:r>
              <a:rPr sz="9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Agentic AI understands natural-language catering requirements and recommends suitable options through SOA services.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143000"/>
            <a:ext cx="3429000" cy="1234440"/>
          </a:xfrm>
          <a:prstGeom prst="roundRect">
            <a:avLst/>
          </a:prstGeom>
          <a:solidFill>
            <a:srgbClr val="DCEBF5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Intelligent Surplus Matching</a:t>
            </a:r>
          </a:p>
          <a:p>
            <a:pPr algn="ctr"/>
            <a:r>
              <a:rPr sz="9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matches surplus food with suitable NGOs using multiple constraints instead of only showing nearby organizations</a:t>
            </a:r>
            <a:r>
              <a:rPr sz="950" dirty="0">
                <a:solidFill>
                  <a:srgbClr val="000000"/>
                </a:solidFill>
                <a:latin typeface="Aptos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143000"/>
            <a:ext cx="3429000" cy="1234440"/>
          </a:xfrm>
          <a:prstGeom prst="roundRect">
            <a:avLst/>
          </a:prstGeom>
          <a:solidFill>
            <a:srgbClr val="DCEBF5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Automated Food-Rescue Workflow</a:t>
            </a:r>
          </a:p>
          <a:p>
            <a:pPr algn="ctr"/>
            <a:r>
              <a:rPr sz="9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Donation notification and pickup coordination connect matching, acceptance, collection, and donation completion.</a:t>
            </a:r>
          </a:p>
        </p:txBody>
      </p:sp>
      <p:pic>
        <p:nvPicPr>
          <p:cNvPr id="9" name="Picture 8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856" y="2692096"/>
            <a:ext cx="7638288" cy="39505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and Project Plan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381398" y="1743891"/>
            <a:ext cx="10116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1234440"/>
            <a:ext cx="100584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project phases based on the workflows and services described in the abstract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057400"/>
            <a:ext cx="1591056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1</a:t>
            </a:r>
          </a:p>
          <a:p>
            <a:pPr algn="ctr"/>
            <a:r>
              <a:rPr sz="1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
&amp; Literature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67127" y="2459736"/>
            <a:ext cx="128016" cy="310896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304288" y="2057400"/>
            <a:ext cx="1591056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2</a:t>
            </a:r>
          </a:p>
          <a:p>
            <a:pPr algn="ctr"/>
            <a:r>
              <a:rPr sz="1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
&amp; API Design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04487" y="2459736"/>
            <a:ext cx="128016" cy="310896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041648" y="2057400"/>
            <a:ext cx="1591056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3</a:t>
            </a:r>
          </a:p>
          <a:p>
            <a:pPr algn="ctr"/>
            <a:r>
              <a:rPr sz="1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SOA
Services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641848" y="2459736"/>
            <a:ext cx="128016" cy="310896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779007" y="2057400"/>
            <a:ext cx="1591056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4</a:t>
            </a:r>
          </a:p>
          <a:p>
            <a:pPr algn="ctr"/>
            <a:r>
              <a:rPr sz="1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Agentic AI
Integration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379207" y="2459736"/>
            <a:ext cx="128016" cy="310896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516367" y="2057400"/>
            <a:ext cx="1591056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5</a:t>
            </a:r>
          </a:p>
          <a:p>
            <a:pPr algn="ctr"/>
            <a:r>
              <a:rPr sz="1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Surplus Food
Matching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116567" y="2459736"/>
            <a:ext cx="128016" cy="310896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253728" y="2057400"/>
            <a:ext cx="1591056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6</a:t>
            </a:r>
          </a:p>
          <a:p>
            <a:pPr algn="ctr"/>
            <a:r>
              <a:rPr sz="1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
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03320"/>
            <a:ext cx="10058400" cy="160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feasibility: Agentic AI communicates with independent SOA services through APIs.</a:t>
            </a: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feasibility: the workflow covers booking, donation matching, notification, NGO acceptance, and pickup.</a:t>
            </a: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focus: booking summary, surplus food rescued, NGO impact, sustainability metrics, and reports/insights.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D2F65-2A90-B0A4-EB07-3B5DB18B9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Details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20EA2-DB73-2EC3-3F9F-9A32A6217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CaterConnect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four structured datasets to support catering management, recommendation, booking, and surplus-food redistribution.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33E8E67-AE9D-1B34-BCE1-6300228EA2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498092"/>
              </p:ext>
            </p:extLst>
          </p:nvPr>
        </p:nvGraphicFramePr>
        <p:xfrm>
          <a:off x="3418348" y="2931925"/>
          <a:ext cx="4298336" cy="266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9168">
                  <a:extLst>
                    <a:ext uri="{9D8B030D-6E8A-4147-A177-3AD203B41FA5}">
                      <a16:colId xmlns:a16="http://schemas.microsoft.com/office/drawing/2014/main" val="943268487"/>
                    </a:ext>
                  </a:extLst>
                </a:gridCol>
                <a:gridCol w="2149168">
                  <a:extLst>
                    <a:ext uri="{9D8B030D-6E8A-4147-A177-3AD203B41FA5}">
                      <a16:colId xmlns:a16="http://schemas.microsoft.com/office/drawing/2014/main" val="1083917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376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Caterers.csv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Caterer information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0102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menu_pricing.csv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Menu, package &amp; pricing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409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food_surplus.csv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Surplus food information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041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organizations.csv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Organization matching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792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1134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8C4E2-2E83-0CEB-E2DE-4AB64C80F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45E68B-DDFE-5FE9-F0AD-C85F54D5CC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81"/>
          <a:stretch>
            <a:fillRect/>
          </a:stretch>
        </p:blipFill>
        <p:spPr>
          <a:xfrm>
            <a:off x="2418736" y="1690688"/>
            <a:ext cx="6940768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952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FE811-C9AB-2593-CCCF-D0522A1D7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SERVICES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338F6818-3643-56E2-F3DC-6C6B1E5CF9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7972637"/>
              </p:ext>
            </p:extLst>
          </p:nvPr>
        </p:nvGraphicFramePr>
        <p:xfrm>
          <a:off x="838200" y="1825625"/>
          <a:ext cx="105156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819">
                  <a:extLst>
                    <a:ext uri="{9D8B030D-6E8A-4147-A177-3AD203B41FA5}">
                      <a16:colId xmlns:a16="http://schemas.microsoft.com/office/drawing/2014/main" val="1139815929"/>
                    </a:ext>
                  </a:extLst>
                </a:gridCol>
                <a:gridCol w="6958781">
                  <a:extLst>
                    <a:ext uri="{9D8B030D-6E8A-4147-A177-3AD203B41FA5}">
                      <a16:colId xmlns:a16="http://schemas.microsoft.com/office/drawing/2014/main" val="25880689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Service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Responsibility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914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Caterer Management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Manages caterer profiles, speciality, ratings and capacity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216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Menu Management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Manages menus, food items, packages and pricing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986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Availability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Checks caterer availability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9463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Booking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Creates and manages customer bookings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10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Handles payment-related booking information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2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Notification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booking and status notifications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7161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Surplus Food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Records and manages surplus food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269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Organization Matching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Matches surplus food with suitable organizations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8600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1902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19B07-1A8B-891F-86B6-6A6EA5897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 – LOGIN PAGE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A3CD16-F7E8-5F67-46BE-45B229754C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5522" y="1825625"/>
            <a:ext cx="860095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578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502F6-74E8-DC91-1A81-76C168C5F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– CUSTOMER DASHBOARD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9DB6DE-02F3-0F29-EF2F-31A692F0D3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8967" y="1825625"/>
            <a:ext cx="841406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462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047E9-EEB6-1E1E-A808-579448AB7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– CATERER DASHBOARD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4024EA-B3B9-20CD-234E-8700149924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5331" y="1825625"/>
            <a:ext cx="946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608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77FDC-91FD-A7FF-020B-19C129C69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– ADMIN DASHBAORD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604FC5-BCA3-55F8-B127-ADA2FAFE6E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2198" y="1825625"/>
            <a:ext cx="952760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40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613B3-DD1F-C6FC-66FB-F067910D9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 – ROLE WORKFLOW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77E11F-4E64-9481-9883-A2A8A5A42E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788" y="1825625"/>
            <a:ext cx="829842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422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68D0D-EFEB-5C94-ED6D-CBAC020ED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641C6-B3F6-BE27-958C-FAFCD3F1C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CaterConnect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Agentic AI-powered catering management system designed to simplify catering selection, booking, and management through a service-oriented architecture. The system includes structured datasets for caterers, menus, surplus food, and organizations, along with role-based Customer, Caterer, and Admin dashboards. The current implementation establishes the foundation for intelligent catering recommendations, booking management, and surplus-food redistribution.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future, the system will focus on completing the integration of all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services with the frontend and datasets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completing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booking and payment workflow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surplus-food module will be enhanced to automatically match surplus food with suitable organizations and generate notifications. Finally,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testing, performance evaluation, and overall workflow validation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will be conducted to complete the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CaterConnect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platform.</a:t>
            </a:r>
          </a:p>
        </p:txBody>
      </p:sp>
    </p:spTree>
    <p:extLst>
      <p:ext uri="{BB962C8B-B14F-4D97-AF65-F5344CB8AC3E}">
        <p14:creationId xmlns:p14="http://schemas.microsoft.com/office/powerpoint/2010/main" val="14764906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23*393"/>
  <p:tag name="TABLE_ENDDRAG_RECT" val="21*54*923*39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1246</Words>
  <Application>Microsoft Office PowerPoint</Application>
  <PresentationFormat>Widescreen</PresentationFormat>
  <Paragraphs>128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Dataset Details</vt:lpstr>
      <vt:lpstr>System Architecture</vt:lpstr>
      <vt:lpstr>SOA SERVICES</vt:lpstr>
      <vt:lpstr>OUTPUTS – LOGIN PAGE</vt:lpstr>
      <vt:lpstr>OUTPUT – CUSTOMER DASHBOARD</vt:lpstr>
      <vt:lpstr>OUTPUT – CATERER DASHBOARD</vt:lpstr>
      <vt:lpstr>OUTPUT – ADMIN DASHBAORD</vt:lpstr>
      <vt:lpstr>MULTI – ROLE WORKFLOW</vt:lpstr>
      <vt:lpstr>CONCLUSION &amp; FUTURE IMPLEMENTATION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Paavana Pranavasri Yalla</cp:lastModifiedBy>
  <cp:revision>41</cp:revision>
  <dcterms:created xsi:type="dcterms:W3CDTF">2026-08-08T06:33:00Z</dcterms:created>
  <dcterms:modified xsi:type="dcterms:W3CDTF">2026-09-29T08:05:14Z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21761D7878D34EA39C15F3A692FC75FF_13</vt:lpwstr>
  </property>
  <property fmtid="{D5CDD505-2E9C-101B-9397-08002B2CF9AE}" pid="3" name="KSOProductBuildVer">
    <vt:lpwstr>1033-12.1.0.28032</vt:lpwstr>
  </property>
</Properties>
</file>